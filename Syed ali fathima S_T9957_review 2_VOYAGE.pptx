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501" r:id="rId6"/>
    <p:sldId id="2147470494" r:id="rId7"/>
    <p:sldId id="2147470497" r:id="rId8"/>
    <p:sldId id="2147470498" r:id="rId9"/>
    <p:sldId id="2147470500" r:id="rId10"/>
    <p:sldId id="2147470502" r:id="rId11"/>
    <p:sldId id="21474704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 fontAlgn="t">
              <a:lnSpc>
                <a:spcPct val="100000"/>
              </a:lnSpc>
              <a:buNone/>
            </a:pPr>
            <a:r>
              <a:rPr lang="en-IN" sz="3600" dirty="0">
                <a:solidFill>
                  <a:schemeClr val="bg1"/>
                </a:solidFill>
              </a:rPr>
              <a:t>AI Voyage Planner: Context-Aware Travel Recommendations and Adaptive Scheduling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br>
              <a:rPr lang="en-US" sz="5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</a:b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 Syed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ali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Fathima</a:t>
            </a:r>
            <a:b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</a:b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82105"/>
            <a:ext cx="11359061" cy="4142989"/>
          </a:xfrm>
        </p:spPr>
        <p:txBody>
          <a:bodyPr/>
          <a:lstStyle/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Travel planning is often fragmented, requiring users to search multiple websites for destinations, hotels, transportation, and travel schedules.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Most travel recommendation systems provide generic or popularity-based suggestions rather than personalized recommendations.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Existing tourism platforms rarely consider a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traveler's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budget, available time, interests, and travel preferences simultaneously.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Travel plans are typically static and require manual modifications when weather conditions, transportation schedules, or attraction availability change.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AI Voyage Planner is proposed as a Generative AI and RAG-based intelligent travel assistant that provides personalized recommendations and dynamically adapts itineraries to changing travel conditions.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152233" cy="4694150"/>
          </a:xfrm>
        </p:spPr>
        <p:txBody>
          <a:bodyPr/>
          <a:lstStyle/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To develop an AI-powered travel planning assistant for personalized tourism recommendations.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To understand user preferences including budget, travel duration, destination, and interests.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To retrieve relevant travel information using Retrieval-Augmented Generation (RAG). generate intelligent and personalized travel itineraries using Large Language Models.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To dynamically update travel schedules based on weather changes, transportation delays, and attraction availability.</a:t>
            </a:r>
          </a:p>
          <a:p>
            <a:pPr marL="342900" lvl="0" indent="-342900" algn="just" fontAlgn="t"/>
            <a:r>
              <a:rPr lang="en-IN" sz="2400" b="0" dirty="0">
                <a:solidFill>
                  <a:schemeClr val="tx1"/>
                </a:solidFill>
                <a:latin typeface="+mn-lt"/>
              </a:rPr>
              <a:t>To provide an interactive dashboard for seamless travel planning and management.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533233" cy="444565"/>
          </a:xfrm>
        </p:spPr>
        <p:txBody>
          <a:bodyPr/>
          <a:lstStyle/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User Preference &amp; Trip Planning Module – Collects user details such as destination, budget, duration, interests, and travel preferences.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Tourism Data Management Module – Collects, cleans, and organizes tourism, attraction, hotel, transport, and carbon-related data.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RAG-Based Tourism Knowledge Module – Retrieves relevant tourism information from the knowledge base to support accurate AI responses.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Destination Recommendation Module – Recommends suitable destinations based on the user's preferences and requirements.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Attraction Recommendation Module – Suggests relevant tourist attractions based on interests, ratings, time, and budget.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Route &amp; Transport Optimization Module – Selects efficient travel routes and transportation options based on distance and time.</a:t>
            </a:r>
          </a:p>
          <a:p>
            <a:pPr lvl="1" algn="just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" panose="020F0502020204030204"/>
              </a:rPr>
              <a:t>Module name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8B73-CA3B-2D8C-ACEC-2BE83FA91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271" y="365125"/>
            <a:ext cx="10676529" cy="1325563"/>
          </a:xfrm>
        </p:spPr>
        <p:txBody>
          <a:bodyPr/>
          <a:lstStyle/>
          <a:p>
            <a:r>
              <a:rPr lang="en-US" sz="3600" b="1" dirty="0">
                <a:latin typeface="Calibri" panose="020F0502020204030204"/>
              </a:rPr>
              <a:t>Module name </a:t>
            </a:r>
            <a:br>
              <a:rPr lang="en-US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8E71F-AA94-F95D-9BF4-BB0FB5C2E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191757"/>
            <a:ext cx="11322488" cy="4795008"/>
          </a:xfrm>
        </p:spPr>
        <p:txBody>
          <a:bodyPr>
            <a:normAutofit/>
          </a:bodyPr>
          <a:lstStyle/>
          <a:p>
            <a:pPr lvl="0" algn="just"/>
            <a:r>
              <a:rPr lang="en-IN" sz="2400" b="1" dirty="0"/>
              <a:t>Budget Planning Module</a:t>
            </a:r>
            <a:r>
              <a:rPr lang="en-IN" sz="2400" dirty="0"/>
              <a:t> – Estimates and manages travel expenses according to the user's available budget. </a:t>
            </a:r>
          </a:p>
          <a:p>
            <a:pPr lvl="0" algn="just"/>
            <a:r>
              <a:rPr lang="en-IN" sz="2400" b="1" dirty="0"/>
              <a:t>Sustainability &amp; Carbon Assessment Module</a:t>
            </a:r>
            <a:r>
              <a:rPr lang="en-IN" sz="2400" dirty="0"/>
              <a:t> – Evaluates carbon emissions and sustainability factors associated with travel choices. </a:t>
            </a:r>
          </a:p>
          <a:p>
            <a:pPr lvl="0" algn="just"/>
            <a:r>
              <a:rPr lang="en-IN" sz="2400" b="1" dirty="0"/>
              <a:t>AI Itinerary Generation Module</a:t>
            </a:r>
            <a:r>
              <a:rPr lang="en-IN" sz="2400" dirty="0"/>
              <a:t> – Generates a personalized day-wise travel itinerary using AI. </a:t>
            </a:r>
          </a:p>
          <a:p>
            <a:pPr lvl="0" algn="just"/>
            <a:r>
              <a:rPr lang="en-IN" sz="2400" b="1" dirty="0"/>
              <a:t>Dynamic Replanning &amp; Adaptation Module</a:t>
            </a:r>
            <a:r>
              <a:rPr lang="en-IN" sz="2400" dirty="0"/>
              <a:t> – Updates the itinerary when weather, transport, or attraction conditions change. </a:t>
            </a:r>
          </a:p>
          <a:p>
            <a:pPr lvl="0" algn="just"/>
            <a:r>
              <a:rPr lang="en-IN" sz="2400" b="1" dirty="0"/>
              <a:t>Interactive Travel Dashboard Module</a:t>
            </a:r>
            <a:r>
              <a:rPr lang="en-IN" sz="2400" dirty="0"/>
              <a:t> – Provides an interactive interface to view destinations, itineraries, maps, hotels, and recommendations. </a:t>
            </a:r>
          </a:p>
          <a:p>
            <a:pPr lvl="0" algn="just"/>
            <a:r>
              <a:rPr lang="en-IN" sz="2400" b="1" dirty="0"/>
              <a:t>Evaluation &amp; Analytics Module</a:t>
            </a:r>
            <a:r>
              <a:rPr lang="en-IN" sz="2400" dirty="0"/>
              <a:t> – Measures recommendation quality, itinerary feasibility, budget adherence, and sustainability performance.</a:t>
            </a:r>
          </a:p>
          <a:p>
            <a:pPr algn="just"/>
            <a:endParaRPr lang="en-IN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32ED6B-8D55-1072-9E13-B9F82B92B76E}"/>
              </a:ext>
            </a:extLst>
          </p:cNvPr>
          <p:cNvCxnSpPr>
            <a:cxnSpLocks/>
          </p:cNvCxnSpPr>
          <p:nvPr/>
        </p:nvCxnSpPr>
        <p:spPr>
          <a:xfrm>
            <a:off x="754674" y="974042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86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348175" cy="4142989"/>
          </a:xfrm>
        </p:spPr>
        <p:txBody>
          <a:bodyPr/>
          <a:lstStyle/>
          <a:p>
            <a:pPr lvl="0" algn="just"/>
            <a:r>
              <a:rPr lang="en-IN" sz="2400" dirty="0">
                <a:solidFill>
                  <a:schemeClr val="tx1"/>
                </a:solidFill>
                <a:latin typeface="+mn-lt"/>
              </a:rPr>
              <a:t>Data Collection &amp; Preprocessing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– Collects tourism, attractions, hotels, transport, and carbon-emission data, followed by cleaning, integration, normalization, and EDA. </a:t>
            </a:r>
          </a:p>
          <a:p>
            <a:pPr lvl="0" algn="just"/>
            <a:r>
              <a:rPr lang="en-IN" sz="2400" dirty="0">
                <a:solidFill>
                  <a:schemeClr val="tx1"/>
                </a:solidFill>
                <a:latin typeface="+mn-lt"/>
              </a:rPr>
              <a:t>RAG-Based Knowledge Retrieval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– Converts tourism information into a searchable knowledge base and retrieves relevant, context-aware information for user queries. </a:t>
            </a:r>
          </a:p>
          <a:p>
            <a:pPr lvl="0" algn="just"/>
            <a:r>
              <a:rPr lang="en-IN" sz="2400" dirty="0">
                <a:solidFill>
                  <a:schemeClr val="tx1"/>
                </a:solidFill>
                <a:latin typeface="+mn-lt"/>
              </a:rPr>
              <a:t>AI Agent-Based Recommendation &amp; Optimization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– Uses specialized AI agents to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analyze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user preferences, budget, duration, interests, routes, attractions, and sustainability constraints to generate optimized recommendations. </a:t>
            </a:r>
          </a:p>
          <a:p>
            <a:pPr lvl="0" algn="just"/>
            <a:r>
              <a:rPr lang="en-IN" sz="2400" dirty="0">
                <a:solidFill>
                  <a:schemeClr val="tx1"/>
                </a:solidFill>
                <a:latin typeface="+mn-lt"/>
              </a:rPr>
              <a:t>Personalized Itinerary &amp; Sustainability Planning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– Generates a day-wise itinerary while considering travel time, cost, transportation, carbon emissions, and sustainable tourism factors. </a:t>
            </a:r>
          </a:p>
          <a:p>
            <a:pPr lvl="0" algn="just"/>
            <a:r>
              <a:rPr lang="en-IN" sz="2400" dirty="0">
                <a:solidFill>
                  <a:schemeClr val="tx1"/>
                </a:solidFill>
                <a:latin typeface="+mn-lt"/>
              </a:rPr>
              <a:t>Dynamic Replanning &amp; Evaluation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– Adapts the itinerary to weather changes, transport delays, or attraction closures while preserving approved plans, and evaluates recommendation quality, budget, feasibility, and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sustainabili</a:t>
            </a:r>
            <a:r>
              <a:rPr lang="en-US" sz="2400" b="0" dirty="0">
                <a:solidFill>
                  <a:schemeClr val="tx1"/>
                </a:solidFill>
                <a:latin typeface="+mn-lt"/>
              </a:rPr>
              <a:t>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400" b="0" dirty="0">
                <a:solidFill>
                  <a:schemeClr val="tx1"/>
                </a:solidFill>
              </a:rPr>
              <a:t>Data Collection &amp; Preprocessing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</a:rPr>
              <a:t>RAG-Based Knowledge Retrieval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</a:rPr>
              <a:t>AI 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Agent-Based</a:t>
            </a:r>
            <a:r>
              <a:rPr lang="en-IN" sz="2400" b="0" dirty="0">
                <a:solidFill>
                  <a:schemeClr val="tx1"/>
                </a:solidFill>
              </a:rPr>
              <a:t> Recommendation &amp; Optimization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</a:rPr>
              <a:t>Personalized Itinerary &amp; Sustainability Planning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</a:rPr>
              <a:t>Dynamic Replanning &amp;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Hybrid Recommendation &amp; Constraint Optimization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RAG &amp; Semantic Similarity Search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Multi-Agent AI &amp; LLM-Based Generation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Route, Budget &amp; Carbon Optimization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Dynamic Replanning &amp; Real-Time Adaptation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Approach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Requirement Analysis &amp; Literature Survey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Dataset Collection, Preprocessing &amp; EDA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RAG &amp; AI Agent Development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Recommendation, Sustainability &amp; Dynamic Replanning </a:t>
            </a:r>
          </a:p>
          <a:p>
            <a:pPr lvl="0" algn="just"/>
            <a:r>
              <a:rPr lang="en-IN" sz="2400" b="0" dirty="0">
                <a:solidFill>
                  <a:schemeClr val="tx1"/>
                </a:solidFill>
                <a:latin typeface="+mn-lt"/>
              </a:rPr>
              <a:t>Frontend–Backend Integration, Testing &amp; Deployment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Project plan: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6CFC-826A-FC6B-F3D4-748CD1F6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80504"/>
          </a:xfrm>
        </p:spPr>
        <p:txBody>
          <a:bodyPr/>
          <a:lstStyle/>
          <a:p>
            <a:r>
              <a:rPr lang="fr-FR" b="1" dirty="0" err="1"/>
              <a:t>Result</a:t>
            </a:r>
            <a:r>
              <a:rPr lang="fr-FR" b="1" dirty="0"/>
              <a:t>:</a:t>
            </a:r>
            <a:br>
              <a:rPr lang="fr-FR" b="1" dirty="0">
                <a:solidFill>
                  <a:srgbClr val="5B9BD5">
                    <a:lumMod val="50000"/>
                  </a:srgbClr>
                </a:solidFill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CE750-72D4-79A9-D10A-B1359FA54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229" y="751114"/>
            <a:ext cx="7151914" cy="53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0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Pipeline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/>
              <a:t>structure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15315-54C9-951F-3400-D1B2EA10E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9228" y="703368"/>
            <a:ext cx="12192000" cy="544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741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Module name  </vt:lpstr>
      <vt:lpstr>PowerPoint Presentation</vt:lpstr>
      <vt:lpstr>PowerPoint Presentation</vt:lpstr>
      <vt:lpstr>PowerPoint Presentation</vt:lpstr>
      <vt:lpstr>PowerPoint Presentation</vt:lpstr>
      <vt:lpstr>Result: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Syed Ali Fathima S</cp:lastModifiedBy>
  <cp:revision>23</cp:revision>
  <dcterms:created xsi:type="dcterms:W3CDTF">2024-05-13T10:33:11Z</dcterms:created>
  <dcterms:modified xsi:type="dcterms:W3CDTF">2026-10-07T19:59:00Z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